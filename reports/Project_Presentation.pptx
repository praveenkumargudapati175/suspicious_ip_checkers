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Suspicious IP Checker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IP Reputation | Live Monitoring | Alerts</a:t>
            </a:r>
          </a:p>
          <a:p>
            <a:r>
              <a:t>Educational Cybersecurity Mini Project</a:t>
            </a:r>
          </a:p>
          <a:p>
            <a:r>
              <a:t>Built with Python +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System admins need to identify malicious IPs on their servers</a:t>
            </a:r>
          </a:p>
          <a:p>
            <a:pPr>
              <a:defRPr sz="1800"/>
            </a:pPr>
            <a:r>
              <a:t>Enterprise SIEM tools are expensive and complex</a:t>
            </a:r>
          </a:p>
          <a:p>
            <a:pPr>
              <a:defRPr sz="1800"/>
            </a:pPr>
            <a:r>
              <a:t>Goal: Lightweight tool for IP reputation + log monitoring + alerts</a:t>
            </a:r>
          </a:p>
          <a:p>
            <a:pPr>
              <a:defRPr sz="1800"/>
            </a:pPr>
            <a:r>
              <a:t>Must be educational, transparent, and ethically responsible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Multi-source IP Reputation Checking (4 threat intel providers)</a:t>
            </a:r>
          </a:p>
          <a:p>
            <a:pPr>
              <a:defRPr sz="1800"/>
            </a:pPr>
            <a:r>
              <a:t>Real-time log file monitoring with configurable thresholds</a:t>
            </a:r>
          </a:p>
          <a:p>
            <a:pPr>
              <a:defRPr sz="1800"/>
            </a:pPr>
            <a:r>
              <a:t>Tiered alert system (Dashboard + Email)</a:t>
            </a:r>
          </a:p>
          <a:p>
            <a:pPr>
              <a:defRPr sz="1800"/>
            </a:pPr>
            <a:r>
              <a:t>Batch CSV analysis with visualization</a:t>
            </a:r>
          </a:p>
          <a:p>
            <a:pPr>
              <a:defRPr sz="1800"/>
            </a:pPr>
            <a:r>
              <a:t>5-tab Streamlit web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Python 3.10+ | Streamlit (web UI framework)</a:t>
            </a:r>
          </a:p>
          <a:p>
            <a:pPr>
              <a:defRPr sz="1800"/>
            </a:pPr>
            <a:r>
              <a:t>Pandas + Matplotlib (data analysis, charts)</a:t>
            </a:r>
          </a:p>
          <a:p>
            <a:pPr>
              <a:defRPr sz="1800"/>
            </a:pPr>
            <a:r>
              <a:t>requests (HTTP API calls to threat intel)</a:t>
            </a:r>
          </a:p>
          <a:p>
            <a:pPr>
              <a:defRPr sz="1800"/>
            </a:pPr>
            <a:r>
              <a:t>smtplib (email alerts via Gmail SMTP)</a:t>
            </a:r>
          </a:p>
          <a:p>
            <a:pPr>
              <a:defRPr sz="1800"/>
            </a:pPr>
            <a:r>
              <a:t>threading (background log monitoring)</a:t>
            </a:r>
          </a:p>
          <a:p>
            <a:pPr>
              <a:defRPr sz="1800"/>
            </a:pPr>
            <a:r>
              <a:t>python-docx, python-pptx (report generation)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315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app.py - Main dashboard (5 tabs: Reputation, Monitor, Alerts, Analysis, Help)</a:t>
            </a:r>
          </a:p>
          <a:p>
            <a:pPr>
              <a:defRPr sz="1800"/>
            </a:pPr>
            <a:r>
              <a:t>config.py - Settings management (API keys, email, thresholds)</a:t>
            </a:r>
          </a:p>
          <a:p>
            <a:pPr>
              <a:defRPr sz="1800"/>
            </a:pPr>
            <a:r>
              <a:t>ip_reputation.py - Threat intel API integrations</a:t>
            </a:r>
          </a:p>
          <a:p>
            <a:pPr>
              <a:defRPr sz="1800"/>
            </a:pPr>
            <a:r>
              <a:t>log_monitor.py - Real-time file tailing + threshold detection</a:t>
            </a:r>
          </a:p>
          <a:p>
            <a:pPr>
              <a:defRPr sz="1800"/>
            </a:pPr>
            <a:r>
              <a:t>alert_engine.py - Alert creation + SMTP email dispatch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 Reputation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AbuseIPDB: Abuse confidence score (0-100%), reports, ISP</a:t>
            </a:r>
          </a:p>
          <a:p>
            <a:pPr>
              <a:defRPr sz="1800"/>
            </a:pPr>
            <a:r>
              <a:t>VirusTotal: Detection ratio from 90+ security engines</a:t>
            </a:r>
          </a:p>
          <a:p>
            <a:pPr>
              <a:defRPr sz="1800"/>
            </a:pPr>
            <a:r>
              <a:t>AlienVault OTX: Reputation score + threat pulse associations</a:t>
            </a:r>
          </a:p>
          <a:p>
            <a:pPr>
              <a:defRPr sz="1800"/>
            </a:pPr>
            <a:r>
              <a:t>ip-api.com: Geolocation, proxy/hosting flags (FREE, no key!)</a:t>
            </a:r>
          </a:p>
          <a:p>
            <a:pPr>
              <a:defRPr sz="1800"/>
            </a:pPr>
            <a:r>
              <a:t>Combined verdict: Flag if ANY source indicates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Log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Polls a log file (Apache/Nginx/CSV) every N seconds</a:t>
            </a:r>
          </a:p>
          <a:p>
            <a:pPr>
              <a:defRPr sz="1800"/>
            </a:pPr>
            <a:r>
              <a:t>Background thread processes new lines</a:t>
            </a:r>
          </a:p>
          <a:p>
            <a:pPr>
              <a:defRPr sz="1800"/>
            </a:pPr>
            <a:r>
              <a:t>Per-IP activity tracking (requests, failures, paths)</a:t>
            </a:r>
          </a:p>
          <a:p>
            <a:pPr>
              <a:defRPr sz="1800"/>
            </a:pPr>
            <a:r>
              <a:t>Configurable thresholds trigger automatic alerts</a:t>
            </a:r>
          </a:p>
          <a:p>
            <a:pPr>
              <a:defRPr sz="1800"/>
            </a:pPr>
            <a:r>
              <a:t>Works with any file you append new lines 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4 severity levels: Low, Medium, High, Critical</a:t>
            </a:r>
          </a:p>
          <a:p>
            <a:pPr>
              <a:defRPr sz="1800"/>
            </a:pPr>
            <a:r>
              <a:t>Dashboard: Visual alert cards with acknowledge/clear</a:t>
            </a:r>
          </a:p>
          <a:p>
            <a:pPr>
              <a:defRPr sz="1800"/>
            </a:pPr>
            <a:r>
              <a:t>Email: Auto-sent for High + Critical severity</a:t>
            </a:r>
          </a:p>
          <a:p>
            <a:pPr>
              <a:defRPr sz="1800"/>
            </a:pPr>
            <a:r>
              <a:t>Gmail SMTP with App Password authentication</a:t>
            </a:r>
          </a:p>
          <a:p>
            <a:pPr>
              <a:defRPr sz="1800"/>
            </a:pPr>
            <a:r>
              <a:t>Sources: Live monitor, reputation check, batch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Keys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ip-api.com: Free, no key needed (45 req/min limit)</a:t>
            </a:r>
          </a:p>
          <a:p>
            <a:pPr>
              <a:defRPr sz="1800"/>
            </a:pPr>
            <a:r>
              <a:t>AbuseIPDB: Free tier = 100 req/day</a:t>
            </a:r>
          </a:p>
          <a:p>
            <a:pPr>
              <a:defRPr sz="1800"/>
            </a:pPr>
            <a:r>
              <a:t>VirusTotal: Free tier = 4 req/min, 500 req/day</a:t>
            </a:r>
          </a:p>
          <a:p>
            <a:pPr>
              <a:defRPr sz="1800"/>
            </a:pPr>
            <a:r>
              <a:t>AlienVault OTX: Free = ~10,000 req/day (soft)</a:t>
            </a:r>
          </a:p>
          <a:p>
            <a:pPr>
              <a:defRPr sz="1800"/>
            </a:pPr>
            <a:r>
              <a:t>Limitations: Rate limits, false positives, private IPs, no attribution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/ Sample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Test IP 8.8.8.8: CLEAN, geolocation shows Google DNS</a:t>
            </a:r>
          </a:p>
          <a:p>
            <a:pPr>
              <a:defRPr sz="1800"/>
            </a:pPr>
            <a:r>
              <a:t>Sample logs: Brute-force pattern from 203.0.113.25 flagged</a:t>
            </a:r>
          </a:p>
          <a:p>
            <a:pPr>
              <a:defRPr sz="1800"/>
            </a:pPr>
            <a:r>
              <a:t>Path scanning from 203.0.113.99: /admin, /.env, /phpmyadmin</a:t>
            </a:r>
          </a:p>
          <a:p>
            <a:pPr>
              <a:defRPr sz="1800"/>
            </a:pPr>
            <a:r>
              <a:t>Alert appears in dashboard with Medium severity</a:t>
            </a:r>
          </a:p>
          <a:p>
            <a:pPr>
              <a:defRPr sz="1800"/>
            </a:pPr>
            <a:r>
              <a:t>Email sent for high-severity reputation matches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Successfully demonstrated multi-source IP reputation</a:t>
            </a:r>
          </a:p>
          <a:p>
            <a:pPr>
              <a:defRPr sz="1800"/>
            </a:pPr>
            <a:r>
              <a:t>Real-time monitoring with threshold-based detection</a:t>
            </a:r>
          </a:p>
          <a:p>
            <a:pPr>
              <a:defRPr sz="1800"/>
            </a:pPr>
            <a:r>
              <a:t>Tiered alerting via dashboard + email</a:t>
            </a:r>
          </a:p>
          <a:p>
            <a:pPr>
              <a:defRPr sz="1800"/>
            </a:pPr>
            <a:r>
              <a:t>Modular design allows easy extension (new providers, channels)</a:t>
            </a:r>
          </a:p>
          <a:p>
            <a:pPr>
              <a:defRPr sz="1800"/>
            </a:pPr>
            <a:r>
              <a:t>Ethical: Analyze only authorized systems, no blocking/scanning</a:t>
            </a:r>
          </a:p>
          <a:p>
            <a:pPr>
              <a:defRPr sz="1800"/>
            </a:pPr>
            <a:r>
              <a:t>Future: Add more APIs, ML-based anomaly detection, Slack/Teams alerts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GitHub / Report / Demo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